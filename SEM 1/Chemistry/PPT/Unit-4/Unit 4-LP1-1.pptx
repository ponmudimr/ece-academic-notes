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2" r:id="rId1"/>
  </p:sldMasterIdLst>
  <p:notesMasterIdLst>
    <p:notesMasterId r:id="rId17"/>
  </p:notesMasterIdLst>
  <p:sldIdLst>
    <p:sldId id="256" r:id="rId2"/>
    <p:sldId id="274" r:id="rId3"/>
    <p:sldId id="290" r:id="rId4"/>
    <p:sldId id="291" r:id="rId5"/>
    <p:sldId id="292" r:id="rId6"/>
    <p:sldId id="293" r:id="rId7"/>
    <p:sldId id="296" r:id="rId8"/>
    <p:sldId id="297" r:id="rId9"/>
    <p:sldId id="298" r:id="rId10"/>
    <p:sldId id="299" r:id="rId11"/>
    <p:sldId id="257" r:id="rId12"/>
    <p:sldId id="300" r:id="rId13"/>
    <p:sldId id="302" r:id="rId14"/>
    <p:sldId id="311" r:id="rId15"/>
    <p:sldId id="312" r:id="rId16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16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3" d="100"/>
          <a:sy n="103" d="100"/>
        </p:scale>
        <p:origin x="874" y="58"/>
      </p:cViewPr>
      <p:guideLst>
        <p:guide orient="horz" pos="2160"/>
        <p:guide pos="2880"/>
        <p:guide orient="horz" pos="16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78032D-864A-4EB9-9DCF-4F8E0BF35B43}" type="datetimeFigureOut">
              <a:rPr lang="en-US" smtClean="0"/>
              <a:pPr/>
              <a:t>5/12/2026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3AF5D2-FC72-47CA-9A01-1D2294AB6E51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12525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 flipH="1">
            <a:off x="2667000" y="0"/>
            <a:ext cx="6477000" cy="5143500"/>
          </a:xfrm>
          <a:prstGeom prst="rect">
            <a:avLst/>
          </a:prstGeom>
          <a:blipFill>
            <a:blip r:embed="rId2" cstate="print">
              <a:alphaModFix amt="43000"/>
            </a:blip>
            <a:tile tx="0" ty="0" sx="50000" sy="50000" flip="none" algn="tl"/>
          </a:blipFill>
          <a:ln w="0" cap="flat" cmpd="sng" algn="ctr">
            <a:noFill/>
            <a:prstDash val="solid"/>
          </a:ln>
          <a:effectLst>
            <a:fillOverlay blend="mult">
              <a:gradFill rotWithShape="1">
                <a:gsLst>
                  <a:gs pos="0">
                    <a:schemeClr val="tx2">
                      <a:tint val="62000"/>
                      <a:satMod val="420000"/>
                    </a:schemeClr>
                  </a:gs>
                  <a:gs pos="100000">
                    <a:schemeClr val="tx2">
                      <a:shade val="20000"/>
                      <a:satMod val="170000"/>
                    </a:schemeClr>
                  </a:gs>
                </a:gsLst>
                <a:path path="circle">
                  <a:fillToRect l="50000" t="100000" r="50000"/>
                </a:path>
                <a:tileRect/>
              </a:gradFill>
            </a:fillOverlay>
            <a:innerShdw blurRad="63500" dist="44450" dir="10800000">
              <a:srgbClr val="000000">
                <a:alpha val="5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16200000">
            <a:off x="95250" y="2571750"/>
            <a:ext cx="5143500" cy="0"/>
          </a:xfrm>
          <a:prstGeom prst="line">
            <a:avLst/>
          </a:prstGeom>
          <a:noFill/>
          <a:ln w="11430" cap="flat" cmpd="sng" algn="ctr">
            <a:solidFill>
              <a:schemeClr val="bg1">
                <a:shade val="9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Title 11"/>
          <p:cNvSpPr>
            <a:spLocks noGrp="1"/>
          </p:cNvSpPr>
          <p:nvPr>
            <p:ph type="ctrTitle"/>
          </p:nvPr>
        </p:nvSpPr>
        <p:spPr>
          <a:xfrm>
            <a:off x="3366868" y="400050"/>
            <a:ext cx="5105400" cy="2151126"/>
          </a:xfrm>
        </p:spPr>
        <p:txBody>
          <a:bodyPr lIns="45720" tIns="0" rIns="45720">
            <a:noAutofit/>
          </a:bodyPr>
          <a:lstStyle>
            <a:lvl1pPr algn="r">
              <a:defRPr sz="4200" b="1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25" name="Subtitle 24"/>
          <p:cNvSpPr>
            <a:spLocks noGrp="1"/>
          </p:cNvSpPr>
          <p:nvPr>
            <p:ph type="subTitle" idx="1"/>
          </p:nvPr>
        </p:nvSpPr>
        <p:spPr>
          <a:xfrm>
            <a:off x="3354442" y="2654898"/>
            <a:ext cx="5114778" cy="825936"/>
          </a:xfrm>
        </p:spPr>
        <p:txBody>
          <a:bodyPr lIns="45720" tIns="0" rIns="45720" bIns="0"/>
          <a:lstStyle>
            <a:lvl1pPr marL="0" indent="0" algn="r">
              <a:buNone/>
              <a:defRPr sz="2200">
                <a:solidFill>
                  <a:srgbClr val="FFFFFF"/>
                </a:solidFill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31" name="Date Placeholder 30"/>
          <p:cNvSpPr>
            <a:spLocks noGrp="1"/>
          </p:cNvSpPr>
          <p:nvPr>
            <p:ph type="dt" sz="half" idx="10"/>
          </p:nvPr>
        </p:nvSpPr>
        <p:spPr>
          <a:xfrm>
            <a:off x="5871224" y="4918459"/>
            <a:ext cx="2002464" cy="170177"/>
          </a:xfrm>
        </p:spPr>
        <p:txBody>
          <a:bodyPr/>
          <a:lstStyle>
            <a:lvl1pPr>
              <a:defRPr lang="en-US" smtClean="0">
                <a:solidFill>
                  <a:srgbClr val="FFFFFF"/>
                </a:solidFill>
              </a:defRPr>
            </a:lvl1pPr>
            <a:extLst/>
          </a:lstStyle>
          <a:p>
            <a:fld id="{BF0DE94B-9ECB-4479-B6C6-6ED3999FA8C4}" type="datetimeFigureOut">
              <a:rPr lang="en-US" smtClean="0"/>
              <a:pPr/>
              <a:t>5/12/2026</a:t>
            </a:fld>
            <a:endParaRPr lang="en-US"/>
          </a:p>
        </p:txBody>
      </p:sp>
      <p:sp>
        <p:nvSpPr>
          <p:cNvPr id="18" name="Footer Placeholder 17"/>
          <p:cNvSpPr>
            <a:spLocks noGrp="1"/>
          </p:cNvSpPr>
          <p:nvPr>
            <p:ph type="ftr" sz="quarter" idx="11"/>
          </p:nvPr>
        </p:nvSpPr>
        <p:spPr>
          <a:xfrm>
            <a:off x="2819400" y="4918460"/>
            <a:ext cx="2927722" cy="171450"/>
          </a:xfrm>
        </p:spPr>
        <p:txBody>
          <a:bodyPr/>
          <a:lstStyle>
            <a:lvl1pPr>
              <a:defRPr lang="en-US" dirty="0">
                <a:solidFill>
                  <a:srgbClr val="FFFFFF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7880884" y="4917186"/>
            <a:ext cx="588336" cy="171450"/>
          </a:xfrm>
        </p:spPr>
        <p:txBody>
          <a:bodyPr/>
          <a:lstStyle>
            <a:lvl1pPr>
              <a:defRPr lang="en-US" smtClean="0">
                <a:solidFill>
                  <a:srgbClr val="FFFFFF"/>
                </a:solidFill>
              </a:defRPr>
            </a:lvl1pPr>
            <a:extLst/>
          </a:lstStyle>
          <a:p>
            <a:fld id="{E004422E-EDD2-4B0B-A52B-28308297B27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DE94B-9ECB-4479-B6C6-6ED3999FA8C4}" type="datetimeFigureOut">
              <a:rPr lang="en-US" smtClean="0"/>
              <a:pPr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4422E-EDD2-4B0B-A52B-28308297B27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2116378"/>
            <a:ext cx="6255488" cy="1021556"/>
          </a:xfrm>
        </p:spPr>
        <p:txBody>
          <a:bodyPr tIns="0" anchor="t"/>
          <a:lstStyle>
            <a:lvl1pPr algn="r">
              <a:buNone/>
              <a:defRPr sz="4200" b="1" cap="all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1428751"/>
            <a:ext cx="6255488" cy="557630"/>
          </a:xfrm>
        </p:spPr>
        <p:txBody>
          <a:bodyPr anchor="b"/>
          <a:lstStyle>
            <a:lvl1pPr marL="0" indent="0" algn="r">
              <a:buNone/>
              <a:defRPr sz="2000">
                <a:solidFill>
                  <a:schemeClr val="tx1"/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724238" y="4917607"/>
            <a:ext cx="2002464" cy="170177"/>
          </a:xfrm>
        </p:spPr>
        <p:txBody>
          <a:bodyPr bIns="0" anchor="b"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BF0DE94B-9ECB-4479-B6C6-6ED3999FA8C4}" type="datetimeFigureOut">
              <a:rPr lang="en-US" smtClean="0"/>
              <a:pPr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35358" y="4917608"/>
            <a:ext cx="2895600" cy="171450"/>
          </a:xfrm>
        </p:spPr>
        <p:txBody>
          <a:bodyPr bIns="0" anchor="b"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733952" y="4916334"/>
            <a:ext cx="588336" cy="171450"/>
          </a:xfrm>
        </p:spPr>
        <p:txBody>
          <a:bodyPr/>
          <a:lstStyle/>
          <a:p>
            <a:fld id="{E004422E-EDD2-4B0B-A52B-28308297B27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40030"/>
            <a:ext cx="7242048" cy="85725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3520440" cy="3394472"/>
          </a:xfrm>
        </p:spPr>
        <p:txBody>
          <a:bodyPr anchor="t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78808" y="1200151"/>
            <a:ext cx="3520440" cy="3394472"/>
          </a:xfrm>
        </p:spPr>
        <p:txBody>
          <a:bodyPr anchor="t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DE94B-9ECB-4479-B6C6-6ED3999FA8C4}" type="datetimeFigureOut">
              <a:rPr lang="en-US" smtClean="0"/>
              <a:pPr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4422E-EDD2-4B0B-A52B-28308297B27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40030"/>
            <a:ext cx="7242048" cy="857250"/>
          </a:xfrm>
        </p:spPr>
        <p:txBody>
          <a:bodyPr anchor="b"/>
          <a:lstStyle>
            <a:lvl1pPr>
              <a:defRPr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4400550"/>
            <a:ext cx="3520440" cy="342900"/>
          </a:xfrm>
          <a:noFill/>
          <a:ln w="12700" cap="flat" cmpd="sng" algn="ctr">
            <a:solidFill>
              <a:schemeClr val="tx2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 algn="ctr">
              <a:buNone/>
              <a:defRPr sz="1800" b="1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178808" y="4400550"/>
            <a:ext cx="3520440" cy="342900"/>
          </a:xfrm>
          <a:noFill/>
          <a:ln w="12700" cap="flat" cmpd="sng" algn="ctr">
            <a:solidFill>
              <a:schemeClr val="tx2"/>
            </a:solidFill>
            <a:prstDash val="soli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>
            <a:lvl1pPr marL="0" indent="0" algn="ctr">
              <a:buNone/>
              <a:defRPr sz="1800" b="1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283880"/>
            <a:ext cx="3520440" cy="30861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178808" y="1283880"/>
            <a:ext cx="3520440" cy="30861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DE94B-9ECB-4479-B6C6-6ED3999FA8C4}" type="datetimeFigureOut">
              <a:rPr lang="en-US" smtClean="0"/>
              <a:pPr/>
              <a:t>5/12/2026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4422E-EDD2-4B0B-A52B-28308297B27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40030"/>
            <a:ext cx="7242048" cy="85725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DE94B-9ECB-4479-B6C6-6ED3999FA8C4}" type="datetimeFigureOut">
              <a:rPr lang="en-US" smtClean="0"/>
              <a:pPr/>
              <a:t>5/12/2026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4422E-EDD2-4B0B-A52B-28308297B27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BF0DE94B-9ECB-4479-B6C6-6ED3999FA8C4}" type="datetimeFigureOut">
              <a:rPr lang="en-US" smtClean="0"/>
              <a:pPr/>
              <a:t>5/12/2026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4422E-EDD2-4B0B-A52B-28308297B27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71450"/>
            <a:ext cx="5897880" cy="880110"/>
          </a:xfrm>
        </p:spPr>
        <p:txBody>
          <a:bodyPr wrap="square" anchor="b"/>
          <a:lstStyle>
            <a:lvl1pPr algn="l">
              <a:buNone/>
              <a:defRPr lang="en-US" sz="2400" baseline="0" smtClean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123062"/>
            <a:ext cx="5897880" cy="451884"/>
          </a:xfrm>
        </p:spPr>
        <p:txBody>
          <a:bodyPr rot="0" spcFirstLastPara="0" vertOverflow="overflow" horzOverflow="overflow" vert="horz" wrap="square" lIns="45720" tIns="0" rIns="0" bIns="0" numCol="1" spcCol="0" rtlCol="0" fromWordArt="0" anchor="t" anchorCtr="0" forceAA="0" compatLnSpc="1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7239000" cy="327881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DE94B-9ECB-4479-B6C6-6ED3999FA8C4}" type="datetimeFigureOut">
              <a:rPr lang="en-US" smtClean="0"/>
              <a:pPr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4422E-EDD2-4B0B-A52B-28308297B27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 rot="21240000">
            <a:off x="597969" y="753501"/>
            <a:ext cx="4319527" cy="3234430"/>
          </a:xfrm>
          <a:prstGeom prst="rect">
            <a:avLst/>
          </a:prstGeom>
          <a:solidFill>
            <a:srgbClr val="FAFAFA"/>
          </a:solidFill>
          <a:ln w="1270" cap="rnd" cmpd="sng" algn="ctr">
            <a:solidFill>
              <a:srgbClr val="EAEAEA"/>
            </a:solidFill>
            <a:prstDash val="solid"/>
          </a:ln>
          <a:effectLst>
            <a:outerShdw blurRad="25000" dist="12700" dir="5400000" algn="t" rotWithShape="0">
              <a:srgbClr val="000000">
                <a:alpha val="4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 rot="21420000">
            <a:off x="596706" y="749112"/>
            <a:ext cx="4319527" cy="3234430"/>
          </a:xfrm>
          <a:prstGeom prst="rect">
            <a:avLst/>
          </a:prstGeom>
          <a:solidFill>
            <a:srgbClr val="FAFAFA"/>
          </a:solidFill>
          <a:ln w="1270" cap="rnd" cmpd="sng" algn="ctr">
            <a:solidFill>
              <a:srgbClr val="EAEAEA"/>
            </a:solidFill>
            <a:prstDash val="solid"/>
          </a:ln>
          <a:effectLst>
            <a:outerShdw blurRad="28000" dist="12700" dir="54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89098" y="857250"/>
            <a:ext cx="3429000" cy="1543050"/>
          </a:xfrm>
        </p:spPr>
        <p:txBody>
          <a:bodyPr vert="horz" anchor="b"/>
          <a:lstStyle>
            <a:lvl1pPr algn="l">
              <a:buNone/>
              <a:defRPr sz="3000" b="1" baseline="0">
                <a:ln w="500">
                  <a:solidFill>
                    <a:schemeClr val="tx2">
                      <a:shade val="10000"/>
                      <a:satMod val="135000"/>
                    </a:schemeClr>
                  </a:solidFill>
                </a:ln>
                <a:gradFill>
                  <a:gsLst>
                    <a:gs pos="0">
                      <a:schemeClr val="accent4">
                        <a:tint val="13000"/>
                      </a:schemeClr>
                    </a:gs>
                    <a:gs pos="10000">
                      <a:schemeClr val="accent4">
                        <a:tint val="20000"/>
                      </a:schemeClr>
                    </a:gs>
                    <a:gs pos="49000">
                      <a:schemeClr val="accent4">
                        <a:tint val="70000"/>
                      </a:schemeClr>
                    </a:gs>
                    <a:gs pos="50000">
                      <a:schemeClr val="accent4">
                        <a:tint val="97000"/>
                      </a:schemeClr>
                    </a:gs>
                    <a:gs pos="100000">
                      <a:schemeClr val="accent4">
                        <a:tint val="20000"/>
                      </a:schemeClr>
                    </a:gs>
                  </a:gsLst>
                  <a:lin ang="5400000" scaled="1"/>
                </a:gradFill>
                <a:effectLst/>
              </a:defRPr>
            </a:lvl1pPr>
            <a:extLst/>
          </a:lstStyle>
          <a:p>
            <a:r>
              <a:rPr kumimoji="0" lang="en-US"/>
              <a:t>Click to edit Master title style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89098" y="2462726"/>
            <a:ext cx="3429000" cy="1440180"/>
          </a:xfrm>
        </p:spPr>
        <p:txBody>
          <a:bodyPr rot="0" spcFirstLastPara="0" vertOverflow="overflow" horzOverflow="overflow" vert="horz" wrap="square" lIns="82296" tIns="0" rIns="0" bIns="0" numCol="1" spcCol="0" rtlCol="0" fromWordArt="0" anchor="t" anchorCtr="0" forceAA="0" compatLnSpc="1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400" baseline="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marL="0" marR="0" lvl="0" indent="0" algn="l" defTabSz="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73000"/>
              <a:buFontTx/>
              <a:buNone/>
              <a:tabLst/>
              <a:defRPr/>
            </a:pPr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DE94B-9ECB-4479-B6C6-6ED3999FA8C4}" type="datetimeFigureOut">
              <a:rPr lang="en-US" smtClean="0"/>
              <a:pPr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4422E-EDD2-4B0B-A52B-28308297B27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Picture Placeholder 9"/>
          <p:cNvSpPr>
            <a:spLocks noGrp="1"/>
          </p:cNvSpPr>
          <p:nvPr>
            <p:ph type="pic" idx="1"/>
          </p:nvPr>
        </p:nvSpPr>
        <p:spPr>
          <a:xfrm>
            <a:off x="663682" y="780752"/>
            <a:ext cx="4206240" cy="3154680"/>
          </a:xfrm>
          <a:solidFill>
            <a:schemeClr val="bg2">
              <a:shade val="50000"/>
            </a:schemeClr>
          </a:solidFill>
          <a:ln w="107950">
            <a:solidFill>
              <a:srgbClr val="FFFFFF"/>
            </a:solidFill>
            <a:miter lim="800000"/>
          </a:ln>
          <a:effectLst>
            <a:outerShdw blurRad="44450" dist="3810" dir="5400000" algn="tl" rotWithShape="0">
              <a:srgbClr val="000000">
                <a:alpha val="60000"/>
              </a:srgbClr>
            </a:outerShdw>
          </a:effectLst>
          <a:scene3d>
            <a:camera prst="orthographicFront"/>
            <a:lightRig rig="threePt" dir="t"/>
          </a:scene3d>
          <a:sp3d contourW="3810">
            <a:contourClr>
              <a:srgbClr val="969696"/>
            </a:contourClr>
          </a:sp3d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DE94B-9ECB-4479-B6C6-6ED3999FA8C4}" type="datetimeFigureOut">
              <a:rPr lang="en-US" smtClean="0"/>
              <a:pPr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4422E-EDD2-4B0B-A52B-28308297B27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206217"/>
            <a:ext cx="1524000" cy="4388644"/>
          </a:xfrm>
        </p:spPr>
        <p:txBody>
          <a:bodyPr vert="eaVert" anchor="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82"/>
            <a:ext cx="6019800" cy="4388644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242816" y="4918459"/>
            <a:ext cx="2002464" cy="170177"/>
          </a:xfrm>
        </p:spPr>
        <p:txBody>
          <a:bodyPr/>
          <a:lstStyle/>
          <a:p>
            <a:fld id="{BF0DE94B-9ECB-4479-B6C6-6ED3999FA8C4}" type="datetimeFigureOut">
              <a:rPr lang="en-US" smtClean="0"/>
              <a:pPr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0" y="4917186"/>
            <a:ext cx="3657600" cy="17145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254496" y="4914900"/>
            <a:ext cx="588336" cy="17145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E004422E-EDD2-4B0B-A52B-28308297B27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 flipH="1">
            <a:off x="8153400" y="0"/>
            <a:ext cx="990600" cy="5143500"/>
          </a:xfrm>
          <a:prstGeom prst="rect">
            <a:avLst/>
          </a:prstGeom>
          <a:blipFill>
            <a:blip r:embed="rId13" cstate="print">
              <a:alphaModFix amt="43000"/>
            </a:blip>
            <a:tile tx="0" ty="0" sx="50000" sy="50000" flip="none" algn="tl"/>
          </a:blipFill>
          <a:ln w="0" cap="flat" cmpd="sng" algn="ctr">
            <a:noFill/>
            <a:prstDash val="solid"/>
          </a:ln>
          <a:effectLst>
            <a:fillOverlay blend="mult">
              <a:gradFill rotWithShape="1">
                <a:gsLst>
                  <a:gs pos="0">
                    <a:schemeClr val="tx2">
                      <a:tint val="62000"/>
                      <a:satMod val="420000"/>
                    </a:schemeClr>
                  </a:gs>
                  <a:gs pos="100000">
                    <a:schemeClr val="tx2">
                      <a:shade val="20000"/>
                      <a:satMod val="170000"/>
                    </a:schemeClr>
                  </a:gs>
                </a:gsLst>
                <a:path path="circle">
                  <a:fillToRect l="50000" t="110000" r="50000" b="-10000"/>
                </a:path>
                <a:tileRect/>
              </a:gradFill>
            </a:fillOverlay>
            <a:innerShdw blurRad="63500" dist="44450" dir="10800000">
              <a:srgbClr val="000000">
                <a:alpha val="45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Title Placeholder 2"/>
          <p:cNvSpPr>
            <a:spLocks noGrp="1"/>
          </p:cNvSpPr>
          <p:nvPr>
            <p:ph type="title"/>
          </p:nvPr>
        </p:nvSpPr>
        <p:spPr>
          <a:xfrm>
            <a:off x="457200" y="240030"/>
            <a:ext cx="7239000" cy="857250"/>
          </a:xfrm>
          <a:prstGeom prst="rect">
            <a:avLst/>
          </a:prstGeom>
        </p:spPr>
        <p:txBody>
          <a:bodyPr vert="horz" lIns="45720" tIns="0" rIns="45720" bIns="0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1" name="Text Placeholder 30"/>
          <p:cNvSpPr>
            <a:spLocks noGrp="1"/>
          </p:cNvSpPr>
          <p:nvPr>
            <p:ph type="body" idx="1"/>
          </p:nvPr>
        </p:nvSpPr>
        <p:spPr>
          <a:xfrm>
            <a:off x="457200" y="1207062"/>
            <a:ext cx="7239000" cy="363474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27" name="Date Placeholder 26"/>
          <p:cNvSpPr>
            <a:spLocks noGrp="1"/>
          </p:cNvSpPr>
          <p:nvPr>
            <p:ph type="dt" sz="half" idx="2"/>
          </p:nvPr>
        </p:nvSpPr>
        <p:spPr>
          <a:xfrm>
            <a:off x="4245936" y="4918459"/>
            <a:ext cx="2002464" cy="170177"/>
          </a:xfrm>
          <a:prstGeom prst="rect">
            <a:avLst/>
          </a:prstGeom>
        </p:spPr>
        <p:txBody>
          <a:bodyPr vert="horz" tIns="0" bIns="0" anchor="b"/>
          <a:lstStyle>
            <a:lvl1pPr algn="l" eaLnBrk="1" latinLnBrk="0" hangingPunct="1">
              <a:defRPr kumimoji="0" sz="1000">
                <a:solidFill>
                  <a:schemeClr val="tx2"/>
                </a:solidFill>
              </a:defRPr>
            </a:lvl1pPr>
            <a:extLst/>
          </a:lstStyle>
          <a:p>
            <a:fld id="{BF0DE94B-9ECB-4479-B6C6-6ED3999FA8C4}" type="datetimeFigureOut">
              <a:rPr lang="en-US" smtClean="0"/>
              <a:pPr/>
              <a:t>5/12/2026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457200" y="4918460"/>
            <a:ext cx="3657600" cy="171450"/>
          </a:xfrm>
          <a:prstGeom prst="rect">
            <a:avLst/>
          </a:prstGeom>
        </p:spPr>
        <p:txBody>
          <a:bodyPr vert="horz" tIns="0" bIns="0" anchor="b"/>
          <a:lstStyle>
            <a:lvl1pPr algn="r" eaLnBrk="1" latinLnBrk="0" hangingPunct="1">
              <a:defRPr kumimoji="0" sz="1000">
                <a:solidFill>
                  <a:schemeClr val="tx2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4"/>
          </p:nvPr>
        </p:nvSpPr>
        <p:spPr>
          <a:xfrm>
            <a:off x="6251448" y="4917186"/>
            <a:ext cx="588336" cy="171450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100">
                <a:solidFill>
                  <a:schemeClr val="tx2"/>
                </a:solidFill>
              </a:defRPr>
            </a:lvl1pPr>
            <a:extLst/>
          </a:lstStyle>
          <a:p>
            <a:fld id="{E004422E-EDD2-4B0B-A52B-28308297B27A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txStyles>
    <p:titleStyle>
      <a:lvl1pPr algn="l" rtl="0" eaLnBrk="1" latinLnBrk="0" hangingPunct="1">
        <a:spcBef>
          <a:spcPct val="0"/>
        </a:spcBef>
        <a:buNone/>
        <a:defRPr kumimoji="0" sz="3800" b="1" kern="1200" cap="all" baseline="0">
          <a:ln w="500">
            <a:solidFill>
              <a:schemeClr val="tx2">
                <a:shade val="20000"/>
                <a:satMod val="120000"/>
              </a:schemeClr>
            </a:solidFill>
          </a:ln>
          <a:gradFill>
            <a:gsLst>
              <a:gs pos="0">
                <a:schemeClr val="accent4">
                  <a:tint val="13000"/>
                </a:schemeClr>
              </a:gs>
              <a:gs pos="10000">
                <a:schemeClr val="accent4">
                  <a:tint val="20000"/>
                </a:schemeClr>
              </a:gs>
              <a:gs pos="49000">
                <a:schemeClr val="accent4">
                  <a:tint val="70000"/>
                </a:schemeClr>
              </a:gs>
              <a:gs pos="50000">
                <a:schemeClr val="accent4">
                  <a:tint val="97000"/>
                </a:schemeClr>
              </a:gs>
              <a:gs pos="100000">
                <a:schemeClr val="accent4">
                  <a:tint val="20000"/>
                </a:schemeClr>
              </a:gs>
            </a:gsLst>
            <a:lin ang="5400000" scaled="1"/>
          </a:gradFill>
          <a:effectLst/>
          <a:latin typeface="+mj-lt"/>
          <a:ea typeface="+mj-ea"/>
          <a:cs typeface="+mj-cs"/>
        </a:defRPr>
      </a:lvl1pPr>
      <a:extLst/>
    </p:titleStyle>
    <p:bodyStyle>
      <a:lvl1pPr marL="274320" indent="-274320" algn="l" rtl="0" eaLnBrk="1" latinLnBrk="0" hangingPunct="1">
        <a:spcBef>
          <a:spcPts val="600"/>
        </a:spcBef>
        <a:buClr>
          <a:schemeClr val="tx2"/>
        </a:buClr>
        <a:buSzPct val="73000"/>
        <a:buFont typeface="Wingdings 2"/>
        <a:buChar char=""/>
        <a:defRPr kumimoji="0" sz="26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521208" indent="-228600" algn="l" rtl="0" eaLnBrk="1" latinLnBrk="0" hangingPunct="1">
        <a:spcBef>
          <a:spcPts val="500"/>
        </a:spcBef>
        <a:buClr>
          <a:schemeClr val="accent4"/>
        </a:buClr>
        <a:buSzPct val="80000"/>
        <a:buFont typeface="Wingdings 2"/>
        <a:buChar char=""/>
        <a:defRPr kumimoji="0" sz="23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2pPr>
      <a:lvl3pPr marL="758952" indent="-228600" algn="l" rtl="0" eaLnBrk="1" latinLnBrk="0" hangingPunct="1">
        <a:spcBef>
          <a:spcPts val="400"/>
        </a:spcBef>
        <a:buClr>
          <a:schemeClr val="accent4"/>
        </a:buClr>
        <a:buSzPct val="60000"/>
        <a:buFont typeface="Wingdings"/>
        <a:buChar char="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rtl="0" eaLnBrk="1" latinLnBrk="0" hangingPunct="1">
        <a:spcBef>
          <a:spcPct val="20000"/>
        </a:spcBef>
        <a:buClr>
          <a:schemeClr val="accent4"/>
        </a:buClr>
        <a:buSzPct val="80000"/>
        <a:buFont typeface="Wingdings 2"/>
        <a:buChar char=""/>
        <a:defRPr kumimoji="0" sz="20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4pPr>
      <a:lvl5pPr marL="1280160" indent="-228600" algn="l" rtl="0" eaLnBrk="1" latinLnBrk="0" hangingPunct="1">
        <a:spcBef>
          <a:spcPts val="400"/>
        </a:spcBef>
        <a:buClr>
          <a:schemeClr val="accent4"/>
        </a:buClr>
        <a:buSzPct val="70000"/>
        <a:buFont typeface="Wingdings"/>
        <a:buChar char="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472184" indent="-182880" algn="l" rtl="0" eaLnBrk="1" latinLnBrk="0" hangingPunct="1">
        <a:spcBef>
          <a:spcPts val="400"/>
        </a:spcBef>
        <a:buClr>
          <a:schemeClr val="accent4"/>
        </a:buClr>
        <a:buSzPct val="80000"/>
        <a:buFont typeface="Wingdings 2"/>
        <a:buChar char=""/>
        <a:defRPr kumimoji="0" sz="18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6pPr>
      <a:lvl7pPr marL="1673352" indent="-182880" algn="l" rtl="0" eaLnBrk="1" latinLnBrk="0" hangingPunct="1">
        <a:spcBef>
          <a:spcPct val="20000"/>
        </a:spcBef>
        <a:buClr>
          <a:schemeClr val="accent4"/>
        </a:buClr>
        <a:buSzPct val="80000"/>
        <a:buFont typeface="Wingdings 2"/>
        <a:buChar char="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1847088" indent="-182880" algn="l" rtl="0" eaLnBrk="1" latinLnBrk="0" hangingPunct="1">
        <a:spcBef>
          <a:spcPts val="300"/>
        </a:spcBef>
        <a:buClr>
          <a:schemeClr val="accent4"/>
        </a:buClr>
        <a:buSzPct val="100000"/>
        <a:buChar char="•"/>
        <a:defRPr kumimoji="0" sz="1600" kern="1200" baseline="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8pPr>
      <a:lvl9pPr marL="2057400" indent="-182880" algn="l" rtl="0" eaLnBrk="1" latinLnBrk="0" hangingPunct="1">
        <a:spcBef>
          <a:spcPct val="20000"/>
        </a:spcBef>
        <a:buClr>
          <a:schemeClr val="accent4"/>
        </a:buClr>
        <a:buSzPct val="100000"/>
        <a:buFont typeface="Wingdings"/>
        <a:buChar char="§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ENGINEERING CHEMISTRY - II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4442" y="2654898"/>
            <a:ext cx="5114778" cy="1042001"/>
          </a:xfrm>
        </p:spPr>
        <p:txBody>
          <a:bodyPr>
            <a:noAutofit/>
          </a:bodyPr>
          <a:lstStyle/>
          <a:p>
            <a:pPr>
              <a:lnSpc>
                <a:spcPct val="160000"/>
              </a:lnSpc>
            </a:pPr>
            <a:r>
              <a:rPr lang="en-US" sz="1600" b="1" dirty="0"/>
              <a:t>22CH203</a:t>
            </a:r>
          </a:p>
          <a:p>
            <a:pPr>
              <a:lnSpc>
                <a:spcPct val="160000"/>
              </a:lnSpc>
            </a:pPr>
            <a:r>
              <a:rPr lang="en-US" sz="1600" b="1" dirty="0"/>
              <a:t>Unit 4 – Lesson Plan 1</a:t>
            </a:r>
          </a:p>
        </p:txBody>
      </p:sp>
    </p:spTree>
    <p:extLst>
      <p:ext uri="{BB962C8B-B14F-4D97-AF65-F5344CB8AC3E}">
        <p14:creationId xmlns:p14="http://schemas.microsoft.com/office/powerpoint/2010/main" val="19011279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Catalysis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7062"/>
            <a:ext cx="7686700" cy="3634740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IN" dirty="0">
                <a:latin typeface="Andalus" pitchFamily="18" charset="-78"/>
                <a:cs typeface="Andalus" pitchFamily="18" charset="-78"/>
              </a:rPr>
              <a:t>The process by which a substance speeds up a chemical reaction without being consumed in the process is catalysis.</a:t>
            </a:r>
          </a:p>
          <a:p>
            <a:pPr algn="just">
              <a:lnSpc>
                <a:spcPct val="150000"/>
              </a:lnSpc>
            </a:pPr>
            <a:r>
              <a:rPr lang="en-IN" dirty="0">
                <a:latin typeface="Andalus" pitchFamily="18" charset="-78"/>
                <a:cs typeface="Andalus" pitchFamily="18" charset="-78"/>
              </a:rPr>
              <a:t> The substance used is called “Catalyst”.</a:t>
            </a:r>
          </a:p>
        </p:txBody>
      </p:sp>
      <p:sp>
        <p:nvSpPr>
          <p:cNvPr id="4" name="Footer Placeholder 6"/>
          <p:cNvSpPr>
            <a:spLocks noGrp="1"/>
          </p:cNvSpPr>
          <p:nvPr/>
        </p:nvSpPr>
        <p:spPr>
          <a:xfrm>
            <a:off x="4427984" y="4948014"/>
            <a:ext cx="3657600" cy="171450"/>
          </a:xfrm>
          <a:prstGeom prst="rect">
            <a:avLst/>
          </a:prstGeom>
        </p:spPr>
        <p:txBody>
          <a:bodyPr vert="horz" tIns="0" bIns="0"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000" dirty="0"/>
              <a:t>Dr </a:t>
            </a:r>
            <a:r>
              <a:rPr lang="en-US" sz="1000" dirty="0" err="1"/>
              <a:t>Rameshkumar</a:t>
            </a:r>
            <a:r>
              <a:rPr lang="en-US" sz="1000" dirty="0"/>
              <a:t> A/AP Chemistry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Catalysis cycle</a:t>
            </a: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57290" y="1153196"/>
            <a:ext cx="5715040" cy="3918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Footer Placeholder 6"/>
          <p:cNvSpPr>
            <a:spLocks noGrp="1"/>
          </p:cNvSpPr>
          <p:nvPr/>
        </p:nvSpPr>
        <p:spPr>
          <a:xfrm>
            <a:off x="4427984" y="4948014"/>
            <a:ext cx="3657600" cy="171450"/>
          </a:xfrm>
          <a:prstGeom prst="rect">
            <a:avLst/>
          </a:prstGeom>
        </p:spPr>
        <p:txBody>
          <a:bodyPr vert="horz" tIns="0" bIns="0"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000" dirty="0"/>
              <a:t>Dr </a:t>
            </a:r>
            <a:r>
              <a:rPr lang="en-US" sz="1000" dirty="0" err="1"/>
              <a:t>Rameshkumar</a:t>
            </a:r>
            <a:r>
              <a:rPr lang="en-US" sz="1000" dirty="0"/>
              <a:t> A/AP Chemistry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Importance of Catalysis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85720" y="1207062"/>
            <a:ext cx="7858180" cy="3634740"/>
          </a:xfrm>
        </p:spPr>
        <p:txBody>
          <a:bodyPr>
            <a:normAutofit fontScale="85000" lnSpcReduction="20000"/>
          </a:bodyPr>
          <a:lstStyle/>
          <a:p>
            <a:pPr algn="just">
              <a:lnSpc>
                <a:spcPct val="160000"/>
              </a:lnSpc>
            </a:pPr>
            <a:r>
              <a:rPr lang="en-IN" dirty="0">
                <a:latin typeface="Andalus" pitchFamily="18" charset="-78"/>
                <a:cs typeface="Andalus" pitchFamily="18" charset="-78"/>
              </a:rPr>
              <a:t>Catalysts have many industrial uses, from the </a:t>
            </a:r>
            <a:r>
              <a:rPr lang="en-IN" dirty="0">
                <a:solidFill>
                  <a:srgbClr val="FF0000"/>
                </a:solidFill>
                <a:latin typeface="Andalus" pitchFamily="18" charset="-78"/>
                <a:cs typeface="Andalus" pitchFamily="18" charset="-78"/>
              </a:rPr>
              <a:t>production of food products, </a:t>
            </a:r>
            <a:r>
              <a:rPr lang="en-IN" dirty="0" err="1">
                <a:solidFill>
                  <a:srgbClr val="FF0000"/>
                </a:solidFill>
                <a:latin typeface="Andalus" pitchFamily="18" charset="-78"/>
                <a:cs typeface="Andalus" pitchFamily="18" charset="-78"/>
              </a:rPr>
              <a:t>biofuels</a:t>
            </a:r>
            <a:r>
              <a:rPr lang="en-IN" dirty="0">
                <a:solidFill>
                  <a:srgbClr val="FF0000"/>
                </a:solidFill>
                <a:latin typeface="Andalus" pitchFamily="18" charset="-78"/>
                <a:cs typeface="Andalus" pitchFamily="18" charset="-78"/>
              </a:rPr>
              <a:t>, pharmaceuticals, plastics, and chemicals</a:t>
            </a:r>
            <a:r>
              <a:rPr lang="en-IN" dirty="0">
                <a:latin typeface="Andalus" pitchFamily="18" charset="-78"/>
                <a:cs typeface="Andalus" pitchFamily="18" charset="-78"/>
              </a:rPr>
              <a:t>.</a:t>
            </a:r>
          </a:p>
          <a:p>
            <a:pPr algn="just">
              <a:lnSpc>
                <a:spcPct val="160000"/>
              </a:lnSpc>
            </a:pPr>
            <a:r>
              <a:rPr lang="en-IN" dirty="0">
                <a:latin typeface="Andalus" pitchFamily="18" charset="-78"/>
                <a:cs typeface="Andalus" pitchFamily="18" charset="-78"/>
              </a:rPr>
              <a:t>Most commercially produced chemicals are made with the help of catalysts. Some notable reactions enhanced by catalysis include </a:t>
            </a:r>
            <a:r>
              <a:rPr lang="en-IN" dirty="0">
                <a:solidFill>
                  <a:srgbClr val="FF0000"/>
                </a:solidFill>
                <a:latin typeface="Andalus" pitchFamily="18" charset="-78"/>
                <a:cs typeface="Andalus" pitchFamily="18" charset="-78"/>
              </a:rPr>
              <a:t>production of sulphuric acid used for rust removal as well as a precursor for phosphoric acid, synthesis of ammonia, petroleum refining, and limiting of vehicle emissions</a:t>
            </a:r>
            <a:r>
              <a:rPr lang="en-IN" dirty="0">
                <a:latin typeface="Andalus" pitchFamily="18" charset="-78"/>
                <a:cs typeface="Andalus" pitchFamily="18" charset="-78"/>
              </a:rPr>
              <a:t>.  </a:t>
            </a:r>
          </a:p>
        </p:txBody>
      </p:sp>
      <p:sp>
        <p:nvSpPr>
          <p:cNvPr id="5" name="Footer Placeholder 6"/>
          <p:cNvSpPr>
            <a:spLocks noGrp="1"/>
          </p:cNvSpPr>
          <p:nvPr/>
        </p:nvSpPr>
        <p:spPr>
          <a:xfrm>
            <a:off x="4427984" y="4948014"/>
            <a:ext cx="3657600" cy="171450"/>
          </a:xfrm>
          <a:prstGeom prst="rect">
            <a:avLst/>
          </a:prstGeom>
        </p:spPr>
        <p:txBody>
          <a:bodyPr vert="horz" tIns="0" bIns="0"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000" dirty="0"/>
              <a:t>Dr </a:t>
            </a:r>
            <a:r>
              <a:rPr lang="en-US" sz="1000" dirty="0" err="1"/>
              <a:t>Rameshkumar</a:t>
            </a:r>
            <a:r>
              <a:rPr lang="en-US" sz="1000" dirty="0"/>
              <a:t> A/AP Chemistry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Importance of Catalysis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42844" y="1207062"/>
            <a:ext cx="7858180" cy="3634740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IN" sz="2000" dirty="0">
                <a:latin typeface="Andalus" pitchFamily="18" charset="-78"/>
                <a:cs typeface="Andalus" pitchFamily="18" charset="-78"/>
              </a:rPr>
              <a:t>During a chemical reaction, </a:t>
            </a:r>
            <a:r>
              <a:rPr lang="en-IN" sz="2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dalus" pitchFamily="18" charset="-78"/>
                <a:cs typeface="Andalus" pitchFamily="18" charset="-78"/>
              </a:rPr>
              <a:t>the bonds between the atoms in molecules are broken, rearranged, and rebuilt, recombining the atoms into new molecules</a:t>
            </a:r>
            <a:r>
              <a:rPr lang="en-IN" sz="2000" dirty="0">
                <a:latin typeface="Andalus" pitchFamily="18" charset="-78"/>
                <a:cs typeface="Andalus" pitchFamily="18" charset="-78"/>
              </a:rPr>
              <a:t>. Catalysts make this process more efficient by </a:t>
            </a:r>
            <a:r>
              <a:rPr lang="en-IN" sz="20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dalus" pitchFamily="18" charset="-78"/>
                <a:cs typeface="Andalus" pitchFamily="18" charset="-78"/>
              </a:rPr>
              <a:t>lowering the activation energy</a:t>
            </a:r>
            <a:r>
              <a:rPr lang="en-IN" sz="2000" dirty="0">
                <a:latin typeface="Andalus" pitchFamily="18" charset="-78"/>
                <a:cs typeface="Andalus" pitchFamily="18" charset="-78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IN" sz="2000" dirty="0">
                <a:latin typeface="Andalus" pitchFamily="18" charset="-78"/>
                <a:cs typeface="Andalus" pitchFamily="18" charset="-78"/>
              </a:rPr>
              <a:t>Catalysts also have a key property called </a:t>
            </a:r>
            <a:r>
              <a:rPr lang="en-IN" sz="2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dalus" pitchFamily="18" charset="-78"/>
                <a:cs typeface="Andalus" pitchFamily="18" charset="-78"/>
              </a:rPr>
              <a:t>selectivity</a:t>
            </a:r>
            <a:r>
              <a:rPr lang="en-IN" sz="2000" dirty="0">
                <a:latin typeface="Andalus" pitchFamily="18" charset="-78"/>
                <a:cs typeface="Andalus" pitchFamily="18" charset="-78"/>
              </a:rPr>
              <a:t>, by which they can direct a reaction </a:t>
            </a:r>
            <a:r>
              <a:rPr lang="en-IN" sz="2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dalus" pitchFamily="18" charset="-78"/>
                <a:cs typeface="Andalus" pitchFamily="18" charset="-78"/>
              </a:rPr>
              <a:t>to increase the amount of desired product </a:t>
            </a:r>
            <a:r>
              <a:rPr lang="en-IN" sz="2000" dirty="0">
                <a:latin typeface="Andalus" pitchFamily="18" charset="-78"/>
                <a:cs typeface="Andalus" pitchFamily="18" charset="-78"/>
              </a:rPr>
              <a:t>and reduce the amount of unwanted by products. </a:t>
            </a:r>
          </a:p>
        </p:txBody>
      </p:sp>
      <p:sp>
        <p:nvSpPr>
          <p:cNvPr id="5" name="Footer Placeholder 6"/>
          <p:cNvSpPr>
            <a:spLocks noGrp="1"/>
          </p:cNvSpPr>
          <p:nvPr/>
        </p:nvSpPr>
        <p:spPr>
          <a:xfrm>
            <a:off x="4427984" y="4948014"/>
            <a:ext cx="3657600" cy="171450"/>
          </a:xfrm>
          <a:prstGeom prst="rect">
            <a:avLst/>
          </a:prstGeom>
        </p:spPr>
        <p:txBody>
          <a:bodyPr vert="horz" tIns="0" bIns="0"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000" dirty="0"/>
              <a:t>Dr </a:t>
            </a:r>
            <a:r>
              <a:rPr lang="en-US" sz="1000" dirty="0" err="1"/>
              <a:t>Rameshkumar</a:t>
            </a:r>
            <a:r>
              <a:rPr lang="en-US" sz="1000" dirty="0"/>
              <a:t> A/AP Chemistry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Importance of Catalysis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14282" y="1207062"/>
            <a:ext cx="7786742" cy="3634740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IN" sz="2000" dirty="0">
                <a:latin typeface="Andalus" pitchFamily="18" charset="-78"/>
                <a:cs typeface="Andalus" pitchFamily="18" charset="-78"/>
              </a:rPr>
              <a:t>Using catalysts leads to </a:t>
            </a:r>
            <a:r>
              <a:rPr lang="en-IN" sz="2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dalus" pitchFamily="18" charset="-78"/>
                <a:cs typeface="Andalus" pitchFamily="18" charset="-78"/>
              </a:rPr>
              <a:t>more energy-efficient chemical reactions</a:t>
            </a:r>
            <a:r>
              <a:rPr lang="en-IN" sz="2000" dirty="0">
                <a:latin typeface="Andalus" pitchFamily="18" charset="-78"/>
                <a:cs typeface="Andalus" pitchFamily="18" charset="-78"/>
              </a:rPr>
              <a:t>. </a:t>
            </a:r>
          </a:p>
          <a:p>
            <a:pPr algn="just">
              <a:lnSpc>
                <a:spcPct val="150000"/>
              </a:lnSpc>
            </a:pPr>
            <a:r>
              <a:rPr lang="en-IN" sz="2000" dirty="0">
                <a:latin typeface="Andalus" pitchFamily="18" charset="-78"/>
                <a:cs typeface="Andalus" pitchFamily="18" charset="-78"/>
              </a:rPr>
              <a:t>Powerful catalysts have transformed the chemical industry. These advances have led to biodegradable plastics, new pharmaceuticals, and environmentally safer fuels and fertilizers.</a:t>
            </a:r>
          </a:p>
        </p:txBody>
      </p:sp>
      <p:sp>
        <p:nvSpPr>
          <p:cNvPr id="5" name="Footer Placeholder 6"/>
          <p:cNvSpPr>
            <a:spLocks noGrp="1"/>
          </p:cNvSpPr>
          <p:nvPr/>
        </p:nvSpPr>
        <p:spPr>
          <a:xfrm>
            <a:off x="4427984" y="4948014"/>
            <a:ext cx="3657600" cy="171450"/>
          </a:xfrm>
          <a:prstGeom prst="rect">
            <a:avLst/>
          </a:prstGeom>
        </p:spPr>
        <p:txBody>
          <a:bodyPr vert="horz" tIns="0" bIns="0"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000" dirty="0"/>
              <a:t>Dr </a:t>
            </a:r>
            <a:r>
              <a:rPr lang="en-US" sz="1000" dirty="0" err="1"/>
              <a:t>Rameshkumar</a:t>
            </a:r>
            <a:r>
              <a:rPr lang="en-US" sz="1000" dirty="0"/>
              <a:t> A/AP Chemistry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>
                <a:solidFill>
                  <a:srgbClr val="00B0F0"/>
                </a:solidFill>
              </a:rPr>
              <a:t>Role of a catalyst</a:t>
            </a:r>
            <a:endParaRPr lang="en-IN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14282" y="1207062"/>
            <a:ext cx="7786742" cy="650308"/>
          </a:xfrm>
        </p:spPr>
        <p:txBody>
          <a:bodyPr>
            <a:normAutofit/>
          </a:bodyPr>
          <a:lstStyle/>
          <a:p>
            <a:r>
              <a:rPr lang="en-IN" sz="2400" dirty="0">
                <a:latin typeface="Andalus" pitchFamily="18" charset="-78"/>
                <a:cs typeface="Andalus" pitchFamily="18" charset="-78"/>
              </a:rPr>
              <a:t>Catalyst lowers the energy of activation (Ea) of a reaction.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57356" y="1928808"/>
            <a:ext cx="4924425" cy="2743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Footer Placeholder 6"/>
          <p:cNvSpPr>
            <a:spLocks noGrp="1"/>
          </p:cNvSpPr>
          <p:nvPr/>
        </p:nvSpPr>
        <p:spPr>
          <a:xfrm>
            <a:off x="4427984" y="4948014"/>
            <a:ext cx="3657600" cy="171450"/>
          </a:xfrm>
          <a:prstGeom prst="rect">
            <a:avLst/>
          </a:prstGeom>
        </p:spPr>
        <p:txBody>
          <a:bodyPr vert="horz" tIns="0" bIns="0"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000" dirty="0"/>
              <a:t>Dr </a:t>
            </a:r>
            <a:r>
              <a:rPr lang="en-US" sz="1000" dirty="0" err="1"/>
              <a:t>Rameshkumar</a:t>
            </a:r>
            <a:r>
              <a:rPr lang="en-US" sz="1000" dirty="0"/>
              <a:t> A/AP Chemistry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>
                <a:solidFill>
                  <a:srgbClr val="00B0F0"/>
                </a:solidFill>
              </a:rPr>
              <a:t>Role of a catalyst</a:t>
            </a:r>
            <a:endParaRPr lang="en-IN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14282" y="1207062"/>
            <a:ext cx="7786742" cy="3936438"/>
          </a:xfrm>
        </p:spPr>
        <p:txBody>
          <a:bodyPr>
            <a:normAutofit fontScale="85000" lnSpcReduction="10000"/>
          </a:bodyPr>
          <a:lstStyle/>
          <a:p>
            <a:pPr algn="just">
              <a:lnSpc>
                <a:spcPct val="150000"/>
              </a:lnSpc>
            </a:pPr>
            <a:r>
              <a:rPr lang="en-IN" sz="2400" dirty="0">
                <a:latin typeface="Andalus" pitchFamily="18" charset="-78"/>
                <a:cs typeface="Andalus" pitchFamily="18" charset="-78"/>
              </a:rPr>
              <a:t>A catalyst does not appear in the overall </a:t>
            </a:r>
            <a:r>
              <a:rPr lang="en-IN" sz="2400" dirty="0" err="1">
                <a:latin typeface="Andalus" pitchFamily="18" charset="-78"/>
                <a:cs typeface="Andalus" pitchFamily="18" charset="-78"/>
              </a:rPr>
              <a:t>stoichiometry</a:t>
            </a:r>
            <a:r>
              <a:rPr lang="en-IN" sz="2400" dirty="0">
                <a:latin typeface="Andalus" pitchFamily="18" charset="-78"/>
                <a:cs typeface="Andalus" pitchFamily="18" charset="-78"/>
              </a:rPr>
              <a:t> of the reaction it catalyses, but it does have to exist in at least one of the elementary reactions in the catalysed reaction's mechanism. </a:t>
            </a:r>
          </a:p>
          <a:p>
            <a:pPr algn="just">
              <a:lnSpc>
                <a:spcPct val="150000"/>
              </a:lnSpc>
            </a:pPr>
            <a:r>
              <a:rPr lang="en-IN" sz="2400" dirty="0">
                <a:latin typeface="Andalus" pitchFamily="18" charset="-78"/>
                <a:cs typeface="Andalus" pitchFamily="18" charset="-78"/>
              </a:rPr>
              <a:t>The net change in energy (the difference between the energy of the reactants and the energy of the products) is unaffected by the presence of a catalyst. </a:t>
            </a:r>
          </a:p>
          <a:p>
            <a:pPr algn="just">
              <a:lnSpc>
                <a:spcPct val="150000"/>
              </a:lnSpc>
            </a:pPr>
            <a:r>
              <a:rPr lang="en-IN" sz="2400" dirty="0">
                <a:latin typeface="Andalus" pitchFamily="18" charset="-78"/>
                <a:cs typeface="Andalus" pitchFamily="18" charset="-78"/>
              </a:rPr>
              <a:t>At the same temperature, the reaction rate of a catalysed reaction is faster than that of an </a:t>
            </a:r>
            <a:r>
              <a:rPr lang="en-IN" sz="2400" dirty="0" err="1">
                <a:latin typeface="Andalus" pitchFamily="18" charset="-78"/>
                <a:cs typeface="Andalus" pitchFamily="18" charset="-78"/>
              </a:rPr>
              <a:t>uncatalysed</a:t>
            </a:r>
            <a:r>
              <a:rPr lang="en-IN" sz="2400" dirty="0">
                <a:latin typeface="Andalus" pitchFamily="18" charset="-78"/>
                <a:cs typeface="Andalus" pitchFamily="18" charset="-78"/>
              </a:rPr>
              <a:t> reaction due to its lower Ea. </a:t>
            </a:r>
          </a:p>
        </p:txBody>
      </p:sp>
      <p:sp>
        <p:nvSpPr>
          <p:cNvPr id="5" name="Footer Placeholder 6"/>
          <p:cNvSpPr>
            <a:spLocks noGrp="1"/>
          </p:cNvSpPr>
          <p:nvPr/>
        </p:nvSpPr>
        <p:spPr>
          <a:xfrm>
            <a:off x="4427984" y="4948014"/>
            <a:ext cx="3657600" cy="171450"/>
          </a:xfrm>
          <a:prstGeom prst="rect">
            <a:avLst/>
          </a:prstGeom>
        </p:spPr>
        <p:txBody>
          <a:bodyPr vert="horz" tIns="0" bIns="0"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000" dirty="0"/>
              <a:t>Dr </a:t>
            </a:r>
            <a:r>
              <a:rPr lang="en-US" sz="1000" dirty="0" err="1"/>
              <a:t>Rameshkumar</a:t>
            </a:r>
            <a:r>
              <a:rPr lang="en-US" sz="1000" dirty="0"/>
              <a:t> A/AP Chemistry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>
                <a:solidFill>
                  <a:srgbClr val="00B0F0"/>
                </a:solidFill>
              </a:rPr>
              <a:t>Role of a catalyst</a:t>
            </a:r>
            <a:endParaRPr lang="en-IN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14282" y="1207062"/>
            <a:ext cx="7786742" cy="3722142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IN" sz="2400" dirty="0">
                <a:latin typeface="Andalus" pitchFamily="18" charset="-78"/>
                <a:cs typeface="Andalus" pitchFamily="18" charset="-78"/>
              </a:rPr>
              <a:t>Catalysts do not just reduce the energy barrier, but induce a completely different reaction pathway typically with multiple energy barriers that must be overcome. </a:t>
            </a:r>
          </a:p>
          <a:p>
            <a:pPr algn="just">
              <a:lnSpc>
                <a:spcPct val="150000"/>
              </a:lnSpc>
            </a:pPr>
            <a:r>
              <a:rPr lang="en-IN" sz="2400" dirty="0">
                <a:latin typeface="Andalus" pitchFamily="18" charset="-78"/>
                <a:cs typeface="Andalus" pitchFamily="18" charset="-78"/>
              </a:rPr>
              <a:t>Because a catalyst lowers the energy barrier, it enhances the rate of forward and reverse reactions by the same amount in an equilibrium reaction. </a:t>
            </a:r>
          </a:p>
        </p:txBody>
      </p:sp>
      <p:sp>
        <p:nvSpPr>
          <p:cNvPr id="5" name="Footer Placeholder 6"/>
          <p:cNvSpPr>
            <a:spLocks noGrp="1"/>
          </p:cNvSpPr>
          <p:nvPr/>
        </p:nvSpPr>
        <p:spPr>
          <a:xfrm>
            <a:off x="4427984" y="4948014"/>
            <a:ext cx="3657600" cy="171450"/>
          </a:xfrm>
          <a:prstGeom prst="rect">
            <a:avLst/>
          </a:prstGeom>
        </p:spPr>
        <p:txBody>
          <a:bodyPr vert="horz" tIns="0" bIns="0"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000" dirty="0"/>
              <a:t>Dr </a:t>
            </a:r>
            <a:r>
              <a:rPr lang="en-US" sz="1000" dirty="0" err="1"/>
              <a:t>Rameshkumar</a:t>
            </a:r>
            <a:r>
              <a:rPr lang="en-US" sz="1000" dirty="0"/>
              <a:t> A/AP Chemistry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>
                <a:solidFill>
                  <a:srgbClr val="00B0F0"/>
                </a:solidFill>
              </a:rPr>
              <a:t>Role of a catalyst</a:t>
            </a:r>
            <a:endParaRPr lang="en-IN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41973" y="1206500"/>
            <a:ext cx="5669454" cy="3635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Footer Placeholder 6"/>
          <p:cNvSpPr>
            <a:spLocks noGrp="1"/>
          </p:cNvSpPr>
          <p:nvPr/>
        </p:nvSpPr>
        <p:spPr>
          <a:xfrm>
            <a:off x="4427984" y="4948014"/>
            <a:ext cx="3657600" cy="171450"/>
          </a:xfrm>
          <a:prstGeom prst="rect">
            <a:avLst/>
          </a:prstGeom>
        </p:spPr>
        <p:txBody>
          <a:bodyPr vert="horz" tIns="0" bIns="0"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000" dirty="0"/>
              <a:t>Dr </a:t>
            </a:r>
            <a:r>
              <a:rPr lang="en-US" sz="1000" dirty="0" err="1"/>
              <a:t>Rameshkumar</a:t>
            </a:r>
            <a:r>
              <a:rPr lang="en-US" sz="1000" dirty="0"/>
              <a:t> A/AP Chemistry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8215338" cy="51571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Footer Placeholder 6"/>
          <p:cNvSpPr>
            <a:spLocks noGrp="1"/>
          </p:cNvSpPr>
          <p:nvPr/>
        </p:nvSpPr>
        <p:spPr>
          <a:xfrm>
            <a:off x="4427984" y="4948014"/>
            <a:ext cx="3657600" cy="171450"/>
          </a:xfrm>
          <a:prstGeom prst="rect">
            <a:avLst/>
          </a:prstGeom>
        </p:spPr>
        <p:txBody>
          <a:bodyPr vert="horz" tIns="0" bIns="0"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000" dirty="0"/>
              <a:t>Dr </a:t>
            </a:r>
            <a:r>
              <a:rPr lang="en-US" sz="1000" dirty="0" err="1"/>
              <a:t>Rameshkumar</a:t>
            </a:r>
            <a:r>
              <a:rPr lang="en-US" sz="1000" dirty="0"/>
              <a:t> A/AP Chemistry</a:t>
            </a:r>
          </a:p>
        </p:txBody>
      </p:sp>
    </p:spTree>
  </p:cSld>
  <p:clrMapOvr>
    <a:masterClrMapping/>
  </p:clrMapOvr>
  <p:transition spd="med">
    <p:dissolv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214332"/>
            <a:ext cx="7239000" cy="857250"/>
          </a:xfrm>
        </p:spPr>
        <p:txBody>
          <a:bodyPr>
            <a:normAutofit fontScale="90000"/>
          </a:bodyPr>
          <a:lstStyle/>
          <a:p>
            <a:r>
              <a:rPr lang="en-IN" dirty="0">
                <a:solidFill>
                  <a:srgbClr val="00B0F0"/>
                </a:solidFill>
              </a:rPr>
              <a:t>Characteristics of catalysts</a:t>
            </a:r>
            <a:endParaRPr lang="en-IN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57200" y="714362"/>
            <a:ext cx="7239000" cy="4127440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I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dalus" pitchFamily="18" charset="-78"/>
                <a:cs typeface="Andalus" pitchFamily="18" charset="-78"/>
              </a:rPr>
              <a:t>A catalyst remains unchanged in mass and chemical composition at the end of the reaction.</a:t>
            </a:r>
          </a:p>
          <a:p>
            <a:pPr algn="just">
              <a:lnSpc>
                <a:spcPct val="150000"/>
              </a:lnSpc>
            </a:pPr>
            <a:r>
              <a:rPr lang="en-I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dalus" pitchFamily="18" charset="-78"/>
                <a:cs typeface="Andalus" pitchFamily="18" charset="-78"/>
              </a:rPr>
              <a:t>A small quantity of the catalyst is generally enough</a:t>
            </a:r>
          </a:p>
          <a:p>
            <a:pPr algn="just">
              <a:lnSpc>
                <a:spcPct val="150000"/>
              </a:lnSpc>
            </a:pPr>
            <a:endParaRPr lang="en-IN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ndalus" pitchFamily="18" charset="-78"/>
              <a:cs typeface="Andalus" pitchFamily="18" charset="-78"/>
            </a:endParaRPr>
          </a:p>
          <a:p>
            <a:pPr algn="just">
              <a:lnSpc>
                <a:spcPct val="150000"/>
              </a:lnSpc>
            </a:pPr>
            <a:endParaRPr lang="en-IN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ndalus" pitchFamily="18" charset="-78"/>
              <a:cs typeface="Andalus" pitchFamily="18" charset="-78"/>
            </a:endParaRPr>
          </a:p>
        </p:txBody>
      </p:sp>
      <p:sp>
        <p:nvSpPr>
          <p:cNvPr id="5" name="Footer Placeholder 6"/>
          <p:cNvSpPr>
            <a:spLocks noGrp="1"/>
          </p:cNvSpPr>
          <p:nvPr/>
        </p:nvSpPr>
        <p:spPr>
          <a:xfrm>
            <a:off x="4427984" y="4948014"/>
            <a:ext cx="3657600" cy="171450"/>
          </a:xfrm>
          <a:prstGeom prst="rect">
            <a:avLst/>
          </a:prstGeom>
        </p:spPr>
        <p:txBody>
          <a:bodyPr vert="horz" tIns="0" bIns="0"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000" dirty="0"/>
              <a:t>Dr </a:t>
            </a:r>
            <a:r>
              <a:rPr lang="en-US" sz="1000" dirty="0" err="1"/>
              <a:t>Rameshkumar</a:t>
            </a:r>
            <a:r>
              <a:rPr lang="en-US" sz="1000" dirty="0"/>
              <a:t> A/AP Chemistry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214332"/>
            <a:ext cx="7239000" cy="857250"/>
          </a:xfrm>
        </p:spPr>
        <p:txBody>
          <a:bodyPr>
            <a:normAutofit fontScale="90000"/>
          </a:bodyPr>
          <a:lstStyle/>
          <a:p>
            <a:r>
              <a:rPr lang="en-IN" dirty="0">
                <a:solidFill>
                  <a:srgbClr val="00B0F0"/>
                </a:solidFill>
              </a:rPr>
              <a:t>Characteristics of catalysts</a:t>
            </a:r>
            <a:endParaRPr lang="en-IN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57200" y="714362"/>
            <a:ext cx="7239000" cy="4127440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I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dalus" pitchFamily="18" charset="-78"/>
                <a:cs typeface="Andalus" pitchFamily="18" charset="-78"/>
              </a:rPr>
              <a:t>A catalyst is more effective when finely divided.</a:t>
            </a:r>
          </a:p>
          <a:p>
            <a:pPr algn="just">
              <a:lnSpc>
                <a:spcPct val="150000"/>
              </a:lnSpc>
            </a:pPr>
            <a:r>
              <a:rPr lang="en-I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dalus" pitchFamily="18" charset="-78"/>
                <a:cs typeface="Andalus" pitchFamily="18" charset="-78"/>
              </a:rPr>
              <a:t>A catalyst does not alter the position of the equilibrium state of a reversible reaction.</a:t>
            </a:r>
          </a:p>
          <a:p>
            <a:pPr algn="just">
              <a:lnSpc>
                <a:spcPct val="150000"/>
              </a:lnSpc>
            </a:pPr>
            <a:r>
              <a:rPr lang="en-I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dalus" pitchFamily="18" charset="-78"/>
                <a:cs typeface="Andalus" pitchFamily="18" charset="-78"/>
              </a:rPr>
              <a:t>Catalysts are generally specific in their action.</a:t>
            </a:r>
          </a:p>
          <a:p>
            <a:pPr algn="just">
              <a:lnSpc>
                <a:spcPct val="150000"/>
              </a:lnSpc>
            </a:pPr>
            <a:endParaRPr lang="en-IN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ndalus" pitchFamily="18" charset="-78"/>
              <a:cs typeface="Andalus" pitchFamily="18" charset="-78"/>
            </a:endParaRPr>
          </a:p>
          <a:p>
            <a:pPr algn="just">
              <a:lnSpc>
                <a:spcPct val="150000"/>
              </a:lnSpc>
            </a:pPr>
            <a:endParaRPr lang="en-IN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ndalus" pitchFamily="18" charset="-78"/>
              <a:cs typeface="Andalus" pitchFamily="18" charset="-78"/>
            </a:endParaRPr>
          </a:p>
          <a:p>
            <a:pPr algn="just">
              <a:lnSpc>
                <a:spcPct val="150000"/>
              </a:lnSpc>
            </a:pPr>
            <a:endParaRPr lang="en-IN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ndalus" pitchFamily="18" charset="-78"/>
              <a:cs typeface="Andalus" pitchFamily="18" charset="-78"/>
            </a:endParaRPr>
          </a:p>
        </p:txBody>
      </p:sp>
      <p:sp>
        <p:nvSpPr>
          <p:cNvPr id="5" name="Footer Placeholder 6"/>
          <p:cNvSpPr>
            <a:spLocks noGrp="1"/>
          </p:cNvSpPr>
          <p:nvPr/>
        </p:nvSpPr>
        <p:spPr>
          <a:xfrm>
            <a:off x="4427984" y="4948014"/>
            <a:ext cx="3657600" cy="171450"/>
          </a:xfrm>
          <a:prstGeom prst="rect">
            <a:avLst/>
          </a:prstGeom>
        </p:spPr>
        <p:txBody>
          <a:bodyPr vert="horz" tIns="0" bIns="0"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000" dirty="0"/>
              <a:t>Dr </a:t>
            </a:r>
            <a:r>
              <a:rPr lang="en-US" sz="1000" dirty="0" err="1"/>
              <a:t>Rameshkumar</a:t>
            </a:r>
            <a:r>
              <a:rPr lang="en-US" sz="1000" dirty="0"/>
              <a:t> A/AP Chemistry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214332"/>
            <a:ext cx="7239000" cy="857250"/>
          </a:xfrm>
        </p:spPr>
        <p:txBody>
          <a:bodyPr>
            <a:normAutofit fontScale="90000"/>
          </a:bodyPr>
          <a:lstStyle/>
          <a:p>
            <a:r>
              <a:rPr lang="en-IN" dirty="0">
                <a:solidFill>
                  <a:srgbClr val="00B0F0"/>
                </a:solidFill>
              </a:rPr>
              <a:t>Characteristics of catalysts</a:t>
            </a:r>
            <a:endParaRPr lang="en-IN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42844" y="714362"/>
            <a:ext cx="8029556" cy="3369556"/>
          </a:xfrm>
        </p:spPr>
        <p:txBody>
          <a:bodyPr>
            <a:noAutofit/>
          </a:bodyPr>
          <a:lstStyle/>
          <a:p>
            <a:pPr algn="just">
              <a:lnSpc>
                <a:spcPct val="170000"/>
              </a:lnSpc>
            </a:pPr>
            <a:r>
              <a:rPr lang="en-IN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dalus" pitchFamily="18" charset="-78"/>
                <a:cs typeface="Andalus" pitchFamily="18" charset="-78"/>
              </a:rPr>
              <a:t>The catalyst exhibits maximum activity at a particular temperature which is known as optimum temperature. Change of temperature alters the rate of a catalytic reaction as it would do for the same reaction without a catalyst</a:t>
            </a:r>
            <a:r>
              <a:rPr lang="en-IN" sz="1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dalus" pitchFamily="18" charset="-78"/>
                <a:cs typeface="Andalus" pitchFamily="18" charset="-78"/>
              </a:rPr>
              <a:t>. </a:t>
            </a:r>
          </a:p>
          <a:p>
            <a:pPr marL="0" indent="0" algn="just">
              <a:lnSpc>
                <a:spcPct val="170000"/>
              </a:lnSpc>
              <a:buNone/>
            </a:pPr>
            <a:endParaRPr lang="en-IN" sz="16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ndalus" pitchFamily="18" charset="-78"/>
              <a:cs typeface="Andalus" pitchFamily="18" charset="-78"/>
            </a:endParaRPr>
          </a:p>
        </p:txBody>
      </p:sp>
      <p:sp>
        <p:nvSpPr>
          <p:cNvPr id="5" name="Footer Placeholder 6"/>
          <p:cNvSpPr>
            <a:spLocks noGrp="1"/>
          </p:cNvSpPr>
          <p:nvPr/>
        </p:nvSpPr>
        <p:spPr>
          <a:xfrm>
            <a:off x="4427984" y="4948014"/>
            <a:ext cx="3657600" cy="171450"/>
          </a:xfrm>
          <a:prstGeom prst="rect">
            <a:avLst/>
          </a:prstGeom>
        </p:spPr>
        <p:txBody>
          <a:bodyPr vert="horz" tIns="0" bIns="0"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000" dirty="0"/>
              <a:t>Dr </a:t>
            </a:r>
            <a:r>
              <a:rPr lang="en-US" sz="1000" dirty="0" err="1"/>
              <a:t>Rameshkumar</a:t>
            </a:r>
            <a:r>
              <a:rPr lang="en-US" sz="1000" dirty="0"/>
              <a:t> A/AP Chemistry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214332"/>
            <a:ext cx="8143900" cy="857250"/>
          </a:xfrm>
        </p:spPr>
        <p:txBody>
          <a:bodyPr>
            <a:noAutofit/>
          </a:bodyPr>
          <a:lstStyle/>
          <a:p>
            <a:r>
              <a:rPr lang="en-IN" sz="3200" dirty="0">
                <a:solidFill>
                  <a:srgbClr val="00B0F0"/>
                </a:solidFill>
              </a:rPr>
              <a:t>BENEFITS AND LIMITATIONS OF CATALYSIS </a:t>
            </a:r>
            <a:endParaRPr lang="en-IN" sz="3200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42844" y="714362"/>
            <a:ext cx="7929618" cy="4429138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IN" sz="2000" dirty="0">
                <a:latin typeface="Andalus" pitchFamily="18" charset="-78"/>
                <a:cs typeface="Andalus" pitchFamily="18" charset="-78"/>
              </a:rPr>
              <a:t>Homogeneous catalysis is </a:t>
            </a:r>
            <a:r>
              <a:rPr lang="en-IN" sz="20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dalus" pitchFamily="18" charset="-78"/>
                <a:cs typeface="Andalus" pitchFamily="18" charset="-78"/>
              </a:rPr>
              <a:t>highly reactive and selective</a:t>
            </a:r>
            <a:r>
              <a:rPr lang="en-IN" sz="2000" dirty="0">
                <a:latin typeface="Andalus" pitchFamily="18" charset="-78"/>
                <a:cs typeface="Andalus" pitchFamily="18" charset="-78"/>
              </a:rPr>
              <a:t>, but </a:t>
            </a:r>
            <a:r>
              <a:rPr lang="en-IN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dalus" pitchFamily="18" charset="-78"/>
                <a:cs typeface="Andalus" pitchFamily="18" charset="-78"/>
              </a:rPr>
              <a:t>separation of products from the catalyst remains challenging </a:t>
            </a:r>
            <a:r>
              <a:rPr lang="en-IN" sz="2000" dirty="0">
                <a:latin typeface="Andalus" pitchFamily="18" charset="-78"/>
                <a:cs typeface="Andalus" pitchFamily="18" charset="-78"/>
              </a:rPr>
              <a:t>due to the homogeneity of the mixture. </a:t>
            </a:r>
          </a:p>
          <a:p>
            <a:pPr algn="just">
              <a:lnSpc>
                <a:spcPct val="150000"/>
              </a:lnSpc>
            </a:pPr>
            <a:r>
              <a:rPr lang="en-IN" sz="2000" dirty="0">
                <a:latin typeface="Andalus" pitchFamily="18" charset="-78"/>
                <a:cs typeface="Andalus" pitchFamily="18" charset="-78"/>
              </a:rPr>
              <a:t>Heterogeneous catalysts are </a:t>
            </a:r>
            <a:r>
              <a:rPr lang="en-IN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dalus" pitchFamily="18" charset="-78"/>
                <a:cs typeface="Andalus" pitchFamily="18" charset="-78"/>
              </a:rPr>
              <a:t>less reactive and selective</a:t>
            </a:r>
            <a:r>
              <a:rPr lang="en-IN" sz="2000" dirty="0">
                <a:latin typeface="Andalus" pitchFamily="18" charset="-78"/>
                <a:cs typeface="Andalus" pitchFamily="18" charset="-78"/>
              </a:rPr>
              <a:t>, but </a:t>
            </a:r>
            <a:r>
              <a:rPr lang="en-IN" sz="20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dalus" pitchFamily="18" charset="-78"/>
                <a:cs typeface="Andalus" pitchFamily="18" charset="-78"/>
              </a:rPr>
              <a:t>the products are relatively easy to separate</a:t>
            </a:r>
            <a:r>
              <a:rPr lang="en-IN" sz="2000" dirty="0">
                <a:latin typeface="Andalus" pitchFamily="18" charset="-78"/>
                <a:cs typeface="Andalus" pitchFamily="18" charset="-78"/>
              </a:rPr>
              <a:t> from the catalyst. </a:t>
            </a:r>
          </a:p>
          <a:p>
            <a:pPr algn="just">
              <a:lnSpc>
                <a:spcPct val="150000"/>
              </a:lnSpc>
            </a:pPr>
            <a:r>
              <a:rPr lang="en-IN" sz="2000" dirty="0">
                <a:latin typeface="Andalus" pitchFamily="18" charset="-78"/>
                <a:cs typeface="Andalus" pitchFamily="18" charset="-78"/>
              </a:rPr>
              <a:t>Biocatalysts can be </a:t>
            </a:r>
            <a:r>
              <a:rPr lang="en-IN" sz="20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dalus" pitchFamily="18" charset="-78"/>
                <a:cs typeface="Andalus" pitchFamily="18" charset="-78"/>
              </a:rPr>
              <a:t>highly selective</a:t>
            </a:r>
            <a:r>
              <a:rPr lang="en-IN" sz="2000" dirty="0">
                <a:latin typeface="Andalus" pitchFamily="18" charset="-78"/>
                <a:cs typeface="Andalus" pitchFamily="18" charset="-78"/>
              </a:rPr>
              <a:t> but typically have </a:t>
            </a:r>
            <a:r>
              <a:rPr lang="en-IN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dalus" pitchFamily="18" charset="-78"/>
                <a:cs typeface="Andalus" pitchFamily="18" charset="-78"/>
              </a:rPr>
              <a:t>shorter lifetimes </a:t>
            </a:r>
            <a:r>
              <a:rPr lang="en-IN" sz="2000" dirty="0">
                <a:latin typeface="Andalus" pitchFamily="18" charset="-78"/>
                <a:cs typeface="Andalus" pitchFamily="18" charset="-78"/>
              </a:rPr>
              <a:t>than other types of catalysts. </a:t>
            </a:r>
            <a:endParaRPr lang="en-IN" sz="16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ndalus" pitchFamily="18" charset="-78"/>
              <a:cs typeface="Andalus" pitchFamily="18" charset="-78"/>
            </a:endParaRPr>
          </a:p>
        </p:txBody>
      </p:sp>
      <p:sp>
        <p:nvSpPr>
          <p:cNvPr id="5" name="Footer Placeholder 6"/>
          <p:cNvSpPr>
            <a:spLocks noGrp="1"/>
          </p:cNvSpPr>
          <p:nvPr/>
        </p:nvSpPr>
        <p:spPr>
          <a:xfrm>
            <a:off x="4427984" y="4948014"/>
            <a:ext cx="3657600" cy="171450"/>
          </a:xfrm>
          <a:prstGeom prst="rect">
            <a:avLst/>
          </a:prstGeom>
        </p:spPr>
        <p:txBody>
          <a:bodyPr vert="horz" tIns="0" bIns="0"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000" dirty="0"/>
              <a:t>Dr </a:t>
            </a:r>
            <a:r>
              <a:rPr lang="en-US" sz="1000" dirty="0" err="1"/>
              <a:t>Rameshkumar</a:t>
            </a:r>
            <a:r>
              <a:rPr lang="en-US" sz="1000" dirty="0"/>
              <a:t> A/AP Chemistry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pulent">
  <a:themeElements>
    <a:clrScheme name="Opulent">
      <a:dk1>
        <a:sysClr val="windowText" lastClr="000000"/>
      </a:dk1>
      <a:lt1>
        <a:sysClr val="window" lastClr="FFFFFF"/>
      </a:lt1>
      <a:dk2>
        <a:srgbClr val="B13F9A"/>
      </a:dk2>
      <a:lt2>
        <a:srgbClr val="F4E7ED"/>
      </a:lt2>
      <a:accent1>
        <a:srgbClr val="B83D68"/>
      </a:accent1>
      <a:accent2>
        <a:srgbClr val="AC66BB"/>
      </a:accent2>
      <a:accent3>
        <a:srgbClr val="DE6C36"/>
      </a:accent3>
      <a:accent4>
        <a:srgbClr val="F9B639"/>
      </a:accent4>
      <a:accent5>
        <a:srgbClr val="CF6DA4"/>
      </a:accent5>
      <a:accent6>
        <a:srgbClr val="FA8D3D"/>
      </a:accent6>
      <a:hlink>
        <a:srgbClr val="FFDE66"/>
      </a:hlink>
      <a:folHlink>
        <a:srgbClr val="D490C5"/>
      </a:folHlink>
    </a:clrScheme>
    <a:fontScheme name="Opulent">
      <a:majorFont>
        <a:latin typeface="Trebuchet MS"/>
        <a:ea typeface=""/>
        <a:cs typeface=""/>
        <a:font script="Jpan" typeface="HG丸ｺﾞｼｯｸM-PRO"/>
        <a:font script="Hang" typeface="HY그래픽M"/>
        <a:font script="Hans" typeface="黑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pulent">
      <a:fillStyleLst>
        <a:solidFill>
          <a:schemeClr val="phClr"/>
        </a:solidFill>
        <a:gradFill rotWithShape="1">
          <a:gsLst>
            <a:gs pos="0">
              <a:schemeClr val="phClr">
                <a:tint val="15000"/>
                <a:satMod val="250000"/>
              </a:schemeClr>
            </a:gs>
            <a:gs pos="49000">
              <a:schemeClr val="phClr">
                <a:tint val="50000"/>
                <a:satMod val="200000"/>
              </a:schemeClr>
            </a:gs>
            <a:gs pos="49100">
              <a:schemeClr val="phClr">
                <a:tint val="64000"/>
                <a:satMod val="160000"/>
              </a:schemeClr>
            </a:gs>
            <a:gs pos="92000">
              <a:schemeClr val="phClr">
                <a:tint val="50000"/>
                <a:satMod val="200000"/>
              </a:schemeClr>
            </a:gs>
            <a:gs pos="100000">
              <a:schemeClr val="phClr">
                <a:tint val="43000"/>
                <a:satMod val="1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4000"/>
              </a:schemeClr>
            </a:gs>
            <a:gs pos="49000">
              <a:schemeClr val="phClr">
                <a:tint val="96000"/>
                <a:shade val="84000"/>
                <a:satMod val="110000"/>
              </a:schemeClr>
            </a:gs>
            <a:gs pos="49100">
              <a:schemeClr val="phClr">
                <a:shade val="55000"/>
                <a:satMod val="150000"/>
              </a:schemeClr>
            </a:gs>
            <a:gs pos="92000">
              <a:schemeClr val="phClr">
                <a:tint val="98000"/>
                <a:shade val="90000"/>
                <a:satMod val="128000"/>
              </a:schemeClr>
            </a:gs>
            <a:gs pos="100000">
              <a:schemeClr val="phClr">
                <a:tint val="90000"/>
                <a:shade val="97000"/>
                <a:satMod val="128000"/>
              </a:schemeClr>
            </a:gs>
          </a:gsLst>
          <a:lin ang="5400000" scaled="1"/>
        </a:gradFill>
      </a:fillStyleLst>
      <a:lnStyleLst>
        <a:ln w="11430" cap="flat" cmpd="sng" algn="ctr">
          <a:solidFill>
            <a:schemeClr val="phClr"/>
          </a:solidFill>
          <a:prstDash val="solid"/>
        </a:ln>
        <a:ln w="40000" cap="flat" cmpd="sng" algn="ctr">
          <a:solidFill>
            <a:schemeClr val="phClr"/>
          </a:solidFill>
          <a:prstDash val="solid"/>
        </a:ln>
        <a:ln w="31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chemeClr val="phClr">
                <a:shade val="30000"/>
                <a:satMod val="150000"/>
                <a:alpha val="38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500000"/>
            </a:lightRig>
          </a:scene3d>
          <a:sp3d extrusionH="127000" prstMaterial="powder">
            <a:bevelT w="50800" h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78000"/>
                <a:satMod val="220000"/>
              </a:schemeClr>
            </a:gs>
            <a:gs pos="100000">
              <a:schemeClr val="phClr">
                <a:shade val="35000"/>
                <a:satMod val="155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80000"/>
              </a:schemeClr>
              <a:schemeClr val="phClr">
                <a:tint val="500"/>
                <a:satMod val="150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Opulent</Template>
  <TotalTime>4136</TotalTime>
  <Words>656</Words>
  <Application>Microsoft Office PowerPoint</Application>
  <PresentationFormat>On-screen Show (16:9)</PresentationFormat>
  <Paragraphs>54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Andalus</vt:lpstr>
      <vt:lpstr>Calibri</vt:lpstr>
      <vt:lpstr>Trebuchet MS</vt:lpstr>
      <vt:lpstr>Wingdings</vt:lpstr>
      <vt:lpstr>Wingdings 2</vt:lpstr>
      <vt:lpstr>Opulent</vt:lpstr>
      <vt:lpstr>ENGINEERING CHEMISTRY - II</vt:lpstr>
      <vt:lpstr>Catalysis</vt:lpstr>
      <vt:lpstr>Catalysis cycle</vt:lpstr>
      <vt:lpstr>Importance of Catalysis</vt:lpstr>
      <vt:lpstr>Importance of Catalysis</vt:lpstr>
      <vt:lpstr>Importance of Catalysis</vt:lpstr>
      <vt:lpstr>Role of a catalyst</vt:lpstr>
      <vt:lpstr>Role of a catalyst</vt:lpstr>
      <vt:lpstr>Role of a catalyst</vt:lpstr>
      <vt:lpstr>Role of a catalyst</vt:lpstr>
      <vt:lpstr>PowerPoint Presentation</vt:lpstr>
      <vt:lpstr>Characteristics of catalysts</vt:lpstr>
      <vt:lpstr>Characteristics of catalysts</vt:lpstr>
      <vt:lpstr>Characteristics of catalysts</vt:lpstr>
      <vt:lpstr>BENEFITS AND LIMITATIONS OF CATALYSIS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ENGINEERING CHEMISTRY - I</dc:title>
  <dc:creator>trc</dc:creator>
  <cp:lastModifiedBy>Pawel Pandiyan</cp:lastModifiedBy>
  <cp:revision>693</cp:revision>
  <dcterms:created xsi:type="dcterms:W3CDTF">2020-12-21T10:35:25Z</dcterms:created>
  <dcterms:modified xsi:type="dcterms:W3CDTF">2026-05-12T16:44:44Z</dcterms:modified>
</cp:coreProperties>
</file>